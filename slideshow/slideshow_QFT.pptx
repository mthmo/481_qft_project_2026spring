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418D-D656-EC9B-1AF2-35046D461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13780-07AB-4931-7C74-4CE584AD2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21C17-32B2-5F5F-0F61-AFFD2320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EB02E-8055-4AEF-4E0A-AFFCB0C3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3BF46-7912-1F5D-9EAB-CC5B0335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9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3B49-B778-C7AB-6F1F-5138BBD0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9FF0-3DC3-6AB1-A592-25DA11C9E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4F30-0756-3C5F-FA3E-340B0D76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56EA0-E9AA-DA9F-97C3-80A4E6E97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26C1-DED4-A8C5-C1FD-B2B82FF2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34D8-DB87-1572-2899-E45CE749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6D3A-7F1E-9B75-719F-FAD72518C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DBF1-94D5-8274-F969-572CD70CF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44D3A-B808-CF02-D8DC-2DE2D108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439A8-F617-6A4B-33B5-C8146DDE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4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DF233-9132-846D-5CE9-748CEBE1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781F-94BB-18E3-1137-D78BE4902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0010B-B405-BE73-0A21-0584DAC78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6279D-0ADC-6366-DAAF-B4E868BB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9B460-DF57-24AE-2806-93EFB024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F227A-0349-0493-BAC9-DD1796A1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1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891C-FAB7-E4FA-E413-5ED1424D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AED20-D83E-DBBB-90ED-4EA9949C2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BAF43-A61E-BB93-BD32-3969FF62A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53550-6FDE-D0A4-1322-466B7CCBC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3721A-857E-F6FD-14AC-D51C2643A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CD110-52FF-22FF-5B0C-9DA31409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AEA98-F3E9-9B61-7AF5-A42E00B5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FD0DD-11CF-7A02-6260-0EB5681F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8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DD17-F898-0718-FA4C-BFF7CA45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9CA10-AA35-4A68-4EE4-1FF20605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7FFE7-843C-3571-4F2A-0FD6E9F4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C4AB7-8A3E-8384-1646-6664D7F2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F09D9-1B01-27D7-8075-FCA2B4C8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64B50-BEBD-EB76-055B-B752C452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37B8-7787-1BEB-2F33-798E673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3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38BF-9D20-C35A-5E32-86235F3B4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E16A4-58CD-C995-94FB-D993B777C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81700-4345-86D2-00DE-C8957D23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3F3D7-99DE-900D-1436-4B7AA64B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36BA3-D54F-2D13-AA49-DDF3FBD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EAC71-5C06-D996-306F-44CA9768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C851-13A2-1E09-CC94-992B7F57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607B64-6911-1D1B-795C-AB9C62F39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F41C7-4A92-E7E7-1532-D7D554E2A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3329C-E607-A2B6-6635-4B4E3C9D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3CE7A-97EC-2904-3073-CF61150A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BAD1C-B0A1-F079-DCE2-BFCE4E86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7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536F-16DE-877F-22FB-C57BA3AA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95209-159A-16BC-F6BA-075F9A61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B1EF-A16F-65D4-C794-B561B2EB4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432DC-C6BC-8EA9-E1AE-B27721B1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93435-B268-5DE6-5600-A5BEA396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0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B8AF3-EB67-5C06-3995-FB7D85015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A746A-431B-47B8-D508-A78480D42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DB46-9C3A-DC1A-C445-1AB246968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D98E-7208-4963-71D2-E719FE47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BBA1-E799-BBFA-AA6D-15E419F1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5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D4AE8-77EC-3E28-4093-AE0ADDBA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5A0B0-D3CD-EE3F-3C4C-07395B78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51223-73C7-6C94-AD32-4CD44F0DD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DDAA6-7147-4756-A86F-456B0C4DC4B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11E3-2190-6E4C-E39D-E9879CBE7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1D37-04DF-7F8F-2A99-01F19FA4B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EA379-296D-4221-A805-DE8EBBB5F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3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4D1C-1E33-6AB5-F6B3-733F89084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Fourier Transform, </a:t>
            </a:r>
            <a:r>
              <a:rPr lang="en-US" sz="4400" dirty="0"/>
              <a:t>and Shor’s quantum algorithm for factoring integers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1E0D9-FFD9-6F52-1C7D-90954FAED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1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24511304879F4DB12EE9CEF946805B" ma:contentTypeVersion="5" ma:contentTypeDescription="Create a new document." ma:contentTypeScope="" ma:versionID="46c44d7f5e8b989ae0e7e78b7b6beb48">
  <xsd:schema xmlns:xsd="http://www.w3.org/2001/XMLSchema" xmlns:xs="http://www.w3.org/2001/XMLSchema" xmlns:p="http://schemas.microsoft.com/office/2006/metadata/properties" xmlns:ns3="b5b2c10b-51bf-4c18-975f-70cf1dae7dad" targetNamespace="http://schemas.microsoft.com/office/2006/metadata/properties" ma:root="true" ma:fieldsID="069ad941afd8950e6de38eca6c91d9c0" ns3:_="">
    <xsd:import namespace="b5b2c10b-51bf-4c18-975f-70cf1dae7da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b2c10b-51bf-4c18-975f-70cf1dae7da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5b2c10b-51bf-4c18-975f-70cf1dae7dad" xsi:nil="true"/>
  </documentManagement>
</p:properties>
</file>

<file path=customXml/itemProps1.xml><?xml version="1.0" encoding="utf-8"?>
<ds:datastoreItem xmlns:ds="http://schemas.openxmlformats.org/officeDocument/2006/customXml" ds:itemID="{F2D83301-6D88-46F2-88C6-C5416B2ED5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b2c10b-51bf-4c18-975f-70cf1dae7d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7539FF-E2C1-422C-B537-E50FEE8A27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C8E2CB-986D-4A87-BC51-D1BD60D0B7E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b5b2c10b-51bf-4c18-975f-70cf1dae7dad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Quantum Fourier Transform, and Shor’s quantum algorithm for factoring integers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Matthew</dc:creator>
  <cp:lastModifiedBy>Thompson, Matthew</cp:lastModifiedBy>
  <cp:revision>1</cp:revision>
  <dcterms:created xsi:type="dcterms:W3CDTF">2026-06-09T04:15:23Z</dcterms:created>
  <dcterms:modified xsi:type="dcterms:W3CDTF">2026-06-09T04:15:25Z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0x010100D224511304879F4DB12EE9CEF946805B</vt:lpwstr>
  </property>
</Properties>
</file>